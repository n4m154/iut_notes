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8bb602c8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8bb602c8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68e7b1965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68e7b1965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68e7b1965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68e7b1965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8e7b19654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8e7b19654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68e7b1965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68e7b1965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68e7b1965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68e7b1965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68e7b19654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68e7b19654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8e7b19654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8e7b19654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8e7b19654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8e7b1965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8e7b19654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8e7b19654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8e7b19654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8e7b19654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68e7b19654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68e7b19654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b82966f05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b82966f0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68e7b19654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68e7b19654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8e7b19654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68e7b19654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8e7b19654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8e7b19654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82966f0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b82966f0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82966f05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82966f05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Roboto"/>
              <a:buNone/>
              <a:defRPr sz="26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oboto"/>
              <a:buChar char="●"/>
              <a:defRPr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Delgan/loguru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cool-RR/PySnooper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gaogaotiantian/viztrac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69090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4802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Lab 3</a:t>
            </a:r>
            <a:endParaRPr sz="24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Transformation Tools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829700" y="6785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Roboto"/>
                <a:ea typeface="Roboto"/>
                <a:cs typeface="Roboto"/>
                <a:sym typeface="Roboto"/>
              </a:rPr>
              <a:t>Transformation Tools</a:t>
            </a:r>
            <a:endParaRPr b="1"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829700" y="1354000"/>
            <a:ext cx="79998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Def: A transformation tool converts programs between different forms of representations, usually between text and graphics.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For example, 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Transforming code to visual form and vice versa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Because of the impact that visual representations can have on comprehension,  use of a transformation tool can help the maintainer view and understand the system in a way that would not be possible with only source code.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Loguru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3930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Loguru is a library which aims to bring enjoyable logging in Python. 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Github link: </a:t>
            </a:r>
            <a:r>
              <a:rPr lang="en" sz="1500" u="sng">
                <a:solidFill>
                  <a:srgbClr val="569CD6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https://github.com/Delgan/loguru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Command to install: </a:t>
            </a:r>
            <a:r>
              <a:rPr b="1"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pip install loguru</a:t>
            </a:r>
            <a:endParaRPr b="1"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Features:</a:t>
            </a:r>
            <a:endParaRPr b="1"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24292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One core object to handle every logging configuration and usage pass </a:t>
            </a: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through</a:t>
            </a: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to one of </a:t>
            </a:r>
            <a:r>
              <a:rPr b="1"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Logger</a:t>
            </a: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’s method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One function to rule them all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Easier file logging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Exceptions catching within threads or main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Logging with colors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Fully descriptive exceptions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Loguru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880800" y="1712525"/>
            <a:ext cx="73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13930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 log a program with loguru, the only object needs to be exported is </a:t>
            </a:r>
            <a:r>
              <a:rPr b="1"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logger</a:t>
            </a:r>
            <a:endParaRPr b="1"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3333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loguru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endParaRPr b="1" sz="1350">
              <a:solidFill>
                <a:srgbClr val="9CDCF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used </a:t>
            </a: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methods</a:t>
            </a: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are: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logger.trace("A trace message.")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logger.debug("A debug message.")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logger.info("An info message.")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logger.success("A success message.")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logger.warning("A warning message.")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logger.error("An error message.")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Roboto"/>
              <a:buChar char="●"/>
            </a:pPr>
            <a:r>
              <a:rPr lang="en" sz="13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logger.critical("A critical message.")</a:t>
            </a:r>
            <a:endParaRPr sz="13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677" y="1946050"/>
            <a:ext cx="8779350" cy="16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>
            <p:ph type="title"/>
          </p:nvPr>
        </p:nvSpPr>
        <p:spPr>
          <a:xfrm>
            <a:off x="775700" y="655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Loguru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Loguru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13930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add different labels, formatting and level to the logging output to any file, logger provides function called  </a:t>
            </a:r>
            <a:r>
              <a:rPr b="1" lang="en" sz="1500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add()</a:t>
            </a:r>
            <a:endParaRPr b="1" sz="1500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9FC5E8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"a.log"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9FC5E8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{time:MMMM D, YYYY &gt; HH:mm:ss!UTC}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{level}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{message}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serialized logging: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9FC5E8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"a.log"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9FC5E8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{time:MMMM D, YYYY &gt; HH:mm:ss!UTC}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{level}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{message}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", serialize=True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92F"/>
                </a:solidFill>
                <a:latin typeface="Roboto"/>
                <a:ea typeface="Roboto"/>
                <a:cs typeface="Roboto"/>
                <a:sym typeface="Roboto"/>
              </a:rPr>
              <a:t>Loguru always log with all variables changing values, but for sensitive information, </a:t>
            </a:r>
            <a:endParaRPr sz="1500">
              <a:solidFill>
                <a:srgbClr val="24292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9FC5E8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"a.log"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9FC5E8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{time:MMMM D, YYYY &gt; HH:mm:ss!UTC}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{level}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{message}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", diagnose=False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rgbClr val="24292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24292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>
              <a:solidFill>
                <a:srgbClr val="2429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67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Loguru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12846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add extra information or 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contextualize</a:t>
            </a: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" sz="1500">
                <a:solidFill>
                  <a:srgbClr val="24292F"/>
                </a:solidFill>
                <a:latin typeface="Roboto"/>
                <a:ea typeface="Roboto"/>
                <a:cs typeface="Roboto"/>
                <a:sym typeface="Roboto"/>
              </a:rPr>
              <a:t>logging information,</a:t>
            </a:r>
            <a:endParaRPr b="1" sz="1800">
              <a:solidFill>
                <a:srgbClr val="24292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4292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4292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636000" y="1663950"/>
            <a:ext cx="4021800" cy="2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4EC9B0"/>
                </a:solidFill>
                <a:latin typeface="Consolas"/>
                <a:ea typeface="Consolas"/>
                <a:cs typeface="Consolas"/>
                <a:sym typeface="Consolas"/>
              </a:rPr>
              <a:t>sys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stderr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{time:MMMM D, YYYY &gt; HH:mm:ss}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{level}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{message}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{extra}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F1C232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contextualize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seller_id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"001"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product_id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"123"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():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info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"A user requested a service."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C27BA0"/>
                </a:solidFill>
                <a:latin typeface="Consolas"/>
                <a:ea typeface="Consolas"/>
                <a:cs typeface="Consolas"/>
                <a:sym typeface="Consolas"/>
              </a:rPr>
              <a:t>log()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546175" y="3944725"/>
            <a:ext cx="84579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92F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Output: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February 11, 2024 &gt; 22:54:06 | INFO | A user requested a service. | {'seller_id': '001', 'product_id': '123'}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" name="Google Shape;127;p19"/>
          <p:cNvCxnSpPr/>
          <p:nvPr/>
        </p:nvCxnSpPr>
        <p:spPr>
          <a:xfrm>
            <a:off x="4742550" y="1711813"/>
            <a:ext cx="0" cy="223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9"/>
          <p:cNvSpPr txBox="1"/>
          <p:nvPr/>
        </p:nvSpPr>
        <p:spPr>
          <a:xfrm>
            <a:off x="4912275" y="1709050"/>
            <a:ext cx="42387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logger </a:t>
            </a:r>
            <a:r>
              <a:rPr b="1" lang="en" sz="1350">
                <a:solidFill>
                  <a:srgbClr val="6FA8DC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bind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seller_id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"001"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product_id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"123"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68000" y="694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Loguru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7650" y="13462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To replace the try..catch block, it has @logger.catch() with it own formatting,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24292F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Example,</a:t>
            </a:r>
            <a:endParaRPr sz="1500">
              <a:solidFill>
                <a:srgbClr val="24292F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894525" y="2120625"/>
            <a:ext cx="71526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logger</a:t>
            </a:r>
            <a:r>
              <a:rPr b="1" lang="en" sz="13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catch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level</a:t>
            </a:r>
            <a:r>
              <a:rPr b="1" lang="en" sz="1350">
                <a:solidFill>
                  <a:srgbClr val="F6B26B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'CRITICAL'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"Not Good"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func1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" sz="13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num2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" sz="135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1" sz="13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num1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350">
                <a:solidFill>
                  <a:srgbClr val="3D85C6"/>
                </a:solidFill>
                <a:latin typeface="Consolas"/>
                <a:ea typeface="Consolas"/>
                <a:cs typeface="Consolas"/>
                <a:sym typeface="Consolas"/>
              </a:rPr>
              <a:t>num2</a:t>
            </a:r>
            <a:endParaRPr b="1" sz="1350">
              <a:solidFill>
                <a:srgbClr val="3D85C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func1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2,0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PySnooper 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91150" y="13848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4292F"/>
                </a:solidFill>
              </a:rPr>
              <a:t>PySnooper is a poor man's debugger. It is a Python package that prints the lines of code being executed along with the values of each variable by adding only one decorator.</a:t>
            </a:r>
            <a:endParaRPr>
              <a:solidFill>
                <a:srgbClr val="24292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4292F"/>
                </a:solidFill>
              </a:rPr>
              <a:t>Github Link:</a:t>
            </a:r>
            <a:r>
              <a:rPr lang="en" u="sng">
                <a:solidFill>
                  <a:schemeClr val="hlink"/>
                </a:solidFill>
                <a:hlinkClick r:id="rId3"/>
              </a:rPr>
              <a:t> https://github.com/cool-RR/PySnooper</a:t>
            </a:r>
            <a:endParaRPr>
              <a:solidFill>
                <a:srgbClr val="4078F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Install:  </a:t>
            </a:r>
            <a:r>
              <a:rPr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pip install pysnooper</a:t>
            </a:r>
            <a:endParaRPr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E1E1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PySnooper 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00" y="1359600"/>
            <a:ext cx="5005400" cy="348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600" y="682724"/>
            <a:ext cx="6243650" cy="428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PySnooper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7650" y="1398775"/>
            <a:ext cx="4958700" cy="29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Pysnooper for specific portion</a:t>
            </a:r>
            <a:endParaRPr/>
          </a:p>
        </p:txBody>
      </p:sp>
      <p:sp>
        <p:nvSpPr>
          <p:cNvPr id="159" name="Google Shape;159;p24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PySnooper 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38" y="1866200"/>
            <a:ext cx="3533775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727650" y="1441200"/>
            <a:ext cx="7930500" cy="25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logging the outputs in a file,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pysnooper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snoop</a:t>
            </a:r>
            <a:r>
              <a:rPr b="1" lang="en">
                <a:solidFill>
                  <a:srgbClr val="351C7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/my/log/file.log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>
                <a:solidFill>
                  <a:srgbClr val="351C7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solidFill>
                <a:srgbClr val="351C7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</a:rPr>
              <a:t>For without all machine related data,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pysnooper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snoop</a:t>
            </a:r>
            <a:r>
              <a:rPr b="1" lang="en">
                <a:solidFill>
                  <a:srgbClr val="351C7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normalize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">
                <a:solidFill>
                  <a:srgbClr val="351C7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1C75"/>
                </a:solidFill>
              </a:rPr>
              <a:t>For multi-thread informations,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@</a:t>
            </a: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pysnooper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snoop</a:t>
            </a:r>
            <a:r>
              <a:rPr b="1" lang="en">
                <a:solidFill>
                  <a:srgbClr val="351C75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thread_info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">
                <a:solidFill>
                  <a:srgbClr val="351C7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rgbClr val="351C75"/>
              </a:solidFill>
            </a:endParaRPr>
          </a:p>
        </p:txBody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PySnooper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29450" y="672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</a:t>
            </a:r>
            <a:r>
              <a:rPr lang="en"/>
              <a:t> Tools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729450" y="13671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ode profiling is a method that is used to detect how long each function or line of code takes to run and how often it gets executed.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Most important package for python code profiling is called cProfile: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3C78D8"/>
                </a:solidFill>
                <a:highlight>
                  <a:srgbClr val="F8F8F8"/>
                </a:highlight>
                <a:latin typeface="Consolas"/>
                <a:ea typeface="Consolas"/>
                <a:cs typeface="Consolas"/>
                <a:sym typeface="Consolas"/>
              </a:rPr>
              <a:t>python -m cProfile test.py</a:t>
            </a:r>
            <a:endParaRPr b="1" sz="1350">
              <a:solidFill>
                <a:srgbClr val="3C78D8"/>
              </a:solidFill>
              <a:highlight>
                <a:srgbClr val="F8F8F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Results can be seen in terminal like: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238" y="3248700"/>
            <a:ext cx="671512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843750" y="15645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VizTracer is a tool to help you understand Python code by tracing and visualizing its execution. Without making any changes to your source code.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Command to install: </a:t>
            </a:r>
            <a:r>
              <a:rPr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pip install viztracer</a:t>
            </a:r>
            <a:endParaRPr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Website link: 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https://github.com/gaogaotiantian/viztrace</a:t>
            </a:r>
            <a:r>
              <a:rPr lang="en">
                <a:solidFill>
                  <a:schemeClr val="dk2"/>
                </a:solidFill>
              </a:rPr>
              <a:t>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9" name="Google Shape;179;p27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Viztracer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Viztracer</a:t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727650" y="1343025"/>
            <a:ext cx="82296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factorial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):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1" lang="en" sz="1350">
                <a:solidFill>
                  <a:srgbClr val="990000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1" sz="13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    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35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350">
                <a:solidFill>
                  <a:srgbClr val="134F5C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factorial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num 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en" sz="135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1" sz="1350">
              <a:solidFill>
                <a:srgbClr val="B5CEA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result </a:t>
            </a:r>
            <a:r>
              <a:rPr b="1" lang="en" sz="1350">
                <a:solidFill>
                  <a:srgbClr val="741B47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factorial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"The factorial of"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"is"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b="1" lang="en" sz="135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35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727650" y="4214800"/>
            <a:ext cx="6929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Command in terminal:</a:t>
            </a:r>
            <a:endParaRPr sz="15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viztracer -o result.html --open my_script.py</a:t>
            </a:r>
            <a:endParaRPr b="1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 b="665" l="0" r="0" t="0"/>
          <a:stretch/>
        </p:blipFill>
        <p:spPr>
          <a:xfrm>
            <a:off x="538350" y="340400"/>
            <a:ext cx="8181524" cy="464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727650" y="1337800"/>
            <a:ext cx="7688700" cy="28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SnakeViz is a browser based visualization tool. It needs the output in a .profile format.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Install the package: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pip install snakeviz --user</a:t>
            </a:r>
            <a:endParaRPr b="1" sz="1350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To Generate the output, two steps to follow:</a:t>
            </a:r>
            <a:endParaRPr>
              <a:solidFill>
                <a:schemeClr val="dk2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>
                <a:solidFill>
                  <a:schemeClr val="dk2"/>
                </a:solidFill>
              </a:rPr>
              <a:t>Generate .profile file: 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python -m cProfile -o &lt;output_file&gt;.profile &lt;your_file&gt;.py</a:t>
            </a:r>
            <a:endParaRPr b="1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>
                <a:solidFill>
                  <a:schemeClr val="dk2"/>
                </a:solidFill>
              </a:rPr>
              <a:t>Visualize profiling information:</a:t>
            </a:r>
            <a:endParaRPr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snakeviz </a:t>
            </a: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&lt;output_file&gt;</a:t>
            </a:r>
            <a:r>
              <a:rPr b="1" lang="en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.profile</a:t>
            </a: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7" name="Google Shape;197;p30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SnakeViz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727650" y="68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SnakeViz</a:t>
            </a:r>
            <a:endParaRPr/>
          </a:p>
        </p:txBody>
      </p:sp>
      <p:sp>
        <p:nvSpPr>
          <p:cNvPr id="203" name="Google Shape;203;p31"/>
          <p:cNvSpPr txBox="1"/>
          <p:nvPr/>
        </p:nvSpPr>
        <p:spPr>
          <a:xfrm>
            <a:off x="727650" y="132805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Icicle Chart:</a:t>
            </a: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88" y="1712950"/>
            <a:ext cx="4462923" cy="265876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/>
        </p:nvSpPr>
        <p:spPr>
          <a:xfrm>
            <a:off x="5283025" y="132805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Sunburst </a:t>
            </a:r>
            <a:r>
              <a:rPr lang="en"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Chart:</a:t>
            </a:r>
            <a:endParaRPr sz="13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4">
            <a:alphaModFix/>
          </a:blip>
          <a:srcRect b="9320" l="9436" r="26151" t="10538"/>
          <a:stretch/>
        </p:blipFill>
        <p:spPr>
          <a:xfrm>
            <a:off x="5495725" y="1712950"/>
            <a:ext cx="2465350" cy="226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
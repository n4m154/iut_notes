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Raleway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11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fa84695b6b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fa84695b6b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01b50e672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01b50e672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fa84695b6b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fa84695b6b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a84695b6b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fa84695b6b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fa84695b6b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fa84695b6b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fa84695b6b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fa84695b6b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fa84695b6b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fa84695b6b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c487bb50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fc487bb50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01b1049f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01b1049f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fc487bb50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fc487bb50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fc487bb50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fc487bb50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fc487bb506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fc487bb506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01b1049f55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01b1049f55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01b1049f5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01b1049f5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fc487bb50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fc487bb50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0.cs.ucl.ac.uk/staff/m.harman/exe1.html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Slicer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Slicing 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Def: A  mechanical process of marking all sections of a program text that may influence the value of a variable at a given point in the program.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The tool used to support slicing is known as a program slicer 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</a:t>
            </a:r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Retrieves relevant information irrespective of the size of the program source code.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Helps developer to select and focus on parts of the program that will be affected by a proposed change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Code Slicing</a:t>
            </a: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static slice of a program contains all statements that may affect the value of a variable at any point for any arbitrary execution of the program.</a:t>
            </a:r>
            <a:endParaRPr sz="1500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Static slices are generally larger.</a:t>
            </a:r>
            <a:endParaRPr sz="1500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It considers every possible execution of the program.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Code Slicing</a:t>
            </a:r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877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20"/>
              <a:buFont typeface="Arial"/>
              <a:buChar char="●"/>
            </a:pPr>
            <a:r>
              <a:rPr lang="en" sz="1420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dynamic slice of a program contains all the statements that actually affect the value of a variable at any point for a particular execution of the program.</a:t>
            </a:r>
            <a:endParaRPr sz="1420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877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20"/>
              <a:buFont typeface="Arial"/>
              <a:buChar char="●"/>
            </a:pPr>
            <a:r>
              <a:rPr lang="en" sz="1420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Dynamic slices are generally smaller.</a:t>
            </a:r>
            <a:endParaRPr sz="1420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8770" algn="l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20"/>
              <a:buFont typeface="Arial"/>
              <a:buChar char="●"/>
            </a:pPr>
            <a:r>
              <a:rPr lang="en" sz="1420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Considers only a particular execution of the program.</a:t>
            </a:r>
            <a:endParaRPr sz="1420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750" y="1853850"/>
            <a:ext cx="5634475" cy="328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02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75" y="2362600"/>
            <a:ext cx="3488850" cy="172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8575" y="2353500"/>
            <a:ext cx="3488850" cy="18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/>
        </p:nvSpPr>
        <p:spPr>
          <a:xfrm>
            <a:off x="135775" y="4690100"/>
            <a:ext cx="376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Static Code Slicing for variable Sum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4726750" y="4665850"/>
            <a:ext cx="376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Dynamic Code Slicing for variable Sum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Instructions</a:t>
            </a:r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IntellijIdea IDE (Ultimate Edition 2021)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Static Code Slicing: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Right click on a variable or method that is used in a statement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Click Find Usage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Then analyze the variable where it was read from and was altered (value was changed).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0"/>
            <a:ext cx="78536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Usage</a:t>
            </a:r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3">
            <a:alphaModFix/>
          </a:blip>
          <a:srcRect t="-1390" b="1390"/>
          <a:stretch/>
        </p:blipFill>
        <p:spPr>
          <a:xfrm>
            <a:off x="0" y="0"/>
            <a:ext cx="9144001" cy="453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/>
        </p:nvSpPr>
        <p:spPr>
          <a:xfrm>
            <a:off x="939075" y="4733850"/>
            <a:ext cx="653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Figure: Static Code Slicing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</a:t>
            </a:r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Find Usage Feature in IntellijIdea displays all places in code where a variable value was read from or was altered.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also displays different places in a source code  where a particular method was used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Any refactoring or change in method or variable requires analysis of code through static code slicing.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Instructions</a:t>
            </a:r>
            <a:endParaRPr/>
          </a:p>
        </p:txBody>
      </p:sp>
      <p:sp>
        <p:nvSpPr>
          <p:cNvPr id="160" name="Google Shape;160;p2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IntellijIdea IDE (Ultimate Edition 2021)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Dynamic Code Slicing: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Right click on a variable or method that is used in a statement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Click Analyze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Then click analyze data flow to here.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7" name="Google Shape;16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4" name="Google Shape;1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550" y="0"/>
            <a:ext cx="7422900" cy="467617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6"/>
          <p:cNvSpPr txBox="1"/>
          <p:nvPr/>
        </p:nvSpPr>
        <p:spPr>
          <a:xfrm>
            <a:off x="1439075" y="4791550"/>
            <a:ext cx="537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Figure: Dynamic Code Slicing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2" name="Google Shape;1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9350" y="0"/>
            <a:ext cx="9243350" cy="483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7"/>
          <p:cNvSpPr txBox="1"/>
          <p:nvPr/>
        </p:nvSpPr>
        <p:spPr>
          <a:xfrm>
            <a:off x="2015975" y="4830000"/>
            <a:ext cx="278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Figure: Dynamic Code Slicing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</a:t>
            </a:r>
            <a:endParaRPr/>
          </a:p>
        </p:txBody>
      </p:sp>
      <p:sp>
        <p:nvSpPr>
          <p:cNvPr id="189" name="Google Shape;189;p2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displays all possible executions when the program is in execution mode.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case of Dynamic code slicing, for different value of data, execution path will change due branching conditions.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F787-E911-DB39-C584-EAB241AB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Program Slicing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158EB-E8EA-52AB-6432-1B54247C6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</a:t>
            </a:r>
            <a:r>
              <a:rPr lang="en-US" dirty="0">
                <a:hlinkClick r:id="rId2"/>
              </a:rPr>
              <a:t>://www0.cs.ucl.ac.uk/staff/m.harman/exe1.html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064402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Microsoft Office PowerPoint</Application>
  <PresentationFormat>On-screen Show (16:9)</PresentationFormat>
  <Paragraphs>44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Lato</vt:lpstr>
      <vt:lpstr>Raleway</vt:lpstr>
      <vt:lpstr>Arial</vt:lpstr>
      <vt:lpstr>Streamline</vt:lpstr>
      <vt:lpstr>Program Slicer</vt:lpstr>
      <vt:lpstr>Program Slicing </vt:lpstr>
      <vt:lpstr>Importance</vt:lpstr>
      <vt:lpstr>Static Code Slicing</vt:lpstr>
      <vt:lpstr>Dynamic Code Slicing</vt:lpstr>
      <vt:lpstr>Example</vt:lpstr>
      <vt:lpstr>Example</vt:lpstr>
      <vt:lpstr>Practical Instructions</vt:lpstr>
      <vt:lpstr>PowerPoint Presentation</vt:lpstr>
      <vt:lpstr>Find Usage</vt:lpstr>
      <vt:lpstr>Notes</vt:lpstr>
      <vt:lpstr>Practical Instructions</vt:lpstr>
      <vt:lpstr>PowerPoint Presentation</vt:lpstr>
      <vt:lpstr>PowerPoint Presentation</vt:lpstr>
      <vt:lpstr>PowerPoint Presentation</vt:lpstr>
      <vt:lpstr>Notes</vt:lpstr>
      <vt:lpstr>Program Slicing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Lutfun Nahar Lota Assistant Professor,	CSE</cp:lastModifiedBy>
  <cp:revision>1</cp:revision>
  <dcterms:modified xsi:type="dcterms:W3CDTF">2025-07-18T08:08:23Z</dcterms:modified>
</cp:coreProperties>
</file>
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E7112-4B2E-B944-D567-367BB6110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E18CE-88CD-CA0C-9B54-3C90A2F91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9DA6E-50DB-E75F-C07B-2666A6C57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014DD-FED4-6513-A314-B3519854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BDB3D-12D8-0EF0-A371-E95EF269E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2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C21F-F580-0D9C-0D49-58C52E2B6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C16E0-2B00-7326-01C0-1C4BDBF98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25AE-D1C9-D962-9360-7700A492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D7270-0FB7-F620-21F9-6EF0BE09F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12A-D52A-5B58-9A32-DAEE1EE5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7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76CE-DD76-11D3-D29C-0CEA7CBCF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A1B3C-FAD6-CA77-7100-5441D2C06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52310-9C16-261C-2136-A36D0F93E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58FC6-2C21-FB55-376C-A0613C58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CC2E-653B-5916-8041-9626DB569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69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E4CD1-92AC-465F-BC7A-768C7ED40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C95E2-B5A9-6807-2813-77F916495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EA09A-82AB-19E4-3452-95BFA5FC0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BFE2F3-31D6-402A-E516-AB5C4DE36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A2678-A208-5129-C9CF-C97CE6915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D832E-D4DA-32DD-3A4B-7C7278CB6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07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A89B-2852-C9D2-E6A3-86D89B5EB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F0F93-3F63-ACBC-6E46-16A81D5C6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82F0E7-778D-8A49-935B-3C2A2F567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0ADED-C5A4-F35E-4699-6313D43CC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EF982-FC4F-3339-0E0D-121D07CB2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118D59-8847-EFA4-5261-CFFC253DB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A22AF-5C33-7960-3565-FA3BCC3D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773C54-279F-0BA9-251E-AEA38006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7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AD8E-A1E0-E919-A277-0894D49BE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3EB5CA-497E-BFF8-4AFA-B192CEB3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26C10-76E9-ED8D-2AD4-BF134D6B4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5C4EE-7C29-B1CB-22B6-EC28ED6B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51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4F52A-BD72-B59F-CA5B-1BD05CB3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780EFC-797F-D7F6-F53D-96E307C6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22057D-FC91-2893-4D5B-C64D7DC3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2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7C8A-BAC5-0C02-DD71-493EB4F7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87343-1068-8856-4BFC-787D2776C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92AAD-E780-5205-9928-BE62DE6E5E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1A3DA-87A4-49B9-19C2-CD89725EA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6C68B-CCDC-989A-0677-B7ACBE36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463B1-C80A-B369-C01A-047A37D2E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3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CC654-353F-85B2-D48E-9D2B9AC96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B7A6C7-B647-3E51-602C-B29C21917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7688E-0932-4865-F7E3-80522E742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8B69B-5778-634A-73AC-56A05937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1295AD-275F-06DE-6A85-E703394E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8AE03-75DF-56DF-FC72-8E476BA04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6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7EB18-0873-60AF-771D-9EE52595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654E7-B24C-28F4-31BC-7256C2E5C6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ACDA0-CB02-CC11-3ABF-943BAA94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7AA8-69D1-9773-6973-10B1F6350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B33FC-2B14-EA62-EBF2-51741906B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2E77B2-EA38-A944-5505-FD36A5ED7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65139E-66E5-03B8-89F0-55C806E9CA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EB115-03D0-C2DA-5710-5308AEEB6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BBAD4-1AB8-D28A-212F-AE2C6547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06959-CF9A-E983-E700-2ED46CD4E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82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D2F0C2-B6E5-60CD-E76A-FA9617B62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86C68-BC83-4B6A-FF4F-E555C082A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91F6F-6ED8-62CA-9258-C3DF1E096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7FA83-0B98-40AC-98A5-7A8D35A0DF51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2140A-50D3-1E1C-172B-14D3B9D35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98CEC-DFC7-086B-A591-309365904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FCC24-72C0-4E24-956C-8B97913C3F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34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_3AGB9Vf9E" TargetMode="External"/><Relationship Id="rId2" Type="http://schemas.openxmlformats.org/officeDocument/2006/relationships/hyperlink" Target="https://hex-rays.com/ida-free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hex-rays.com/products/ida/support/idadoc/index.s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E664-E308-E6B7-0912-478A579A90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98710-52D8-4564-9FD7-998AD334A9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17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5F520-04AE-95F3-674A-2F654DD85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17EB8-163B-7E52-673F-7E1FE9EB4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Prepare a report on IDA pro tool, which is a reverse engineering tool</a:t>
            </a:r>
          </a:p>
          <a:p>
            <a:r>
              <a:rPr lang="en-US" dirty="0"/>
              <a:t>Download and install the free version of IDA pro tool</a:t>
            </a:r>
          </a:p>
          <a:p>
            <a:r>
              <a:rPr lang="en-US" dirty="0"/>
              <a:t>List down the features of this tool</a:t>
            </a:r>
          </a:p>
          <a:p>
            <a:r>
              <a:rPr lang="en-US" dirty="0" err="1"/>
              <a:t>Deassmble</a:t>
            </a:r>
            <a:r>
              <a:rPr lang="en-US" dirty="0"/>
              <a:t> and explain the outputs of IDA pro for a simple code(IDA pro works for C and C++ code) </a:t>
            </a:r>
          </a:p>
          <a:p>
            <a:r>
              <a:rPr lang="en-US" dirty="0"/>
              <a:t> Identify the main functions and cross-referencing</a:t>
            </a:r>
          </a:p>
          <a:p>
            <a:r>
              <a:rPr lang="en-US" dirty="0"/>
              <a:t>References</a:t>
            </a:r>
            <a:br>
              <a:rPr lang="en-US" dirty="0"/>
            </a:br>
            <a:r>
              <a:rPr lang="en-US" u="sng" dirty="0">
                <a:hlinkClick r:id="rId2"/>
              </a:rPr>
              <a:t>https://hex-rays.com/ida-free/</a:t>
            </a:r>
            <a:br>
              <a:rPr lang="en-US" dirty="0"/>
            </a:br>
            <a:r>
              <a:rPr lang="en-US" u="sng" dirty="0">
                <a:hlinkClick r:id="rId3"/>
              </a:rPr>
              <a:t>https://www.youtube.com/watch?v=N_3AGB9Vf9E</a:t>
            </a:r>
            <a:br>
              <a:rPr lang="en-US" dirty="0"/>
            </a:br>
            <a:r>
              <a:rPr lang="en-US" u="sng" dirty="0">
                <a:hlinkClick r:id="rId4"/>
              </a:rPr>
              <a:t>https://hex-rays.com/products/ida/support/idadoc/index.shtml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65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4322-F987-E7B8-A0E8-233A2237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Reverse Engineering and Code Reengineering of a Legacy Java Application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IntelliJ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72659-BE2D-D4DC-AEE9-BE6202E38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out a java codebase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 documentation using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(Reverse Engineering)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code quality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Refactoring (Reengineering)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Requirements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JDK 17 or later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IntelliJ IDEA Community/Ultimate 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Doxygen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Graphviz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(optional but recommended for call graphs)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98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2C53-EC8B-8D12-1BEF-2BF3907C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application Reverse engineering [optional]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86483-DA27-F738-55D5-AC4394345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Tool Requirement:</a:t>
            </a:r>
          </a:p>
          <a:p>
            <a:pPr lvl="1"/>
            <a:r>
              <a:rPr lang="en-US" dirty="0" err="1"/>
              <a:t>jadx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50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182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Reverse Engineering </vt:lpstr>
      <vt:lpstr>Reverse Engineering</vt:lpstr>
      <vt:lpstr>Reverse Engineering and Code Reengineering of a Legacy Java Application Using Doxygen and IntelliJ IDEA</vt:lpstr>
      <vt:lpstr>Mobile application Reverse engineering [optional]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Lutfun Nahar Lota Assistant Professor,	CSE</dc:creator>
  <cp:lastModifiedBy>Tajkia Rahman Toma</cp:lastModifiedBy>
  <cp:revision>3</cp:revision>
  <dcterms:created xsi:type="dcterms:W3CDTF">2025-07-18T08:06:11Z</dcterms:created>
  <dcterms:modified xsi:type="dcterms:W3CDTF">2026-07-09T08:06:54Z</dcterms:modified>
</cp:coreProperties>
</file>
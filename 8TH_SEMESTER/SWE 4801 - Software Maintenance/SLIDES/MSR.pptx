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44A92-B148-9060-D1AF-2DE94E214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5C2A1-B346-7C06-2BF2-A1B1A746B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F6F9D-266D-6535-B173-6BD3F3CA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0138-BA54-4B92-B2CA-1DB7FBCF62F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68E32-0B48-5232-3921-4B096F4FF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3101F-C59F-80DE-69EE-046E3C42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A02D-A489-4433-B3C6-BF2E639B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98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A8CF1-0DE7-3C5A-A0DB-78B3A1B7F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566D2-6F30-D3A3-3438-5E6EEE201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3EDA2-3E39-CCE1-8069-D6AFB09E6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0138-BA54-4B92-B2CA-1DB7FBCF62F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110F8-20CD-3093-92A4-E4868EDDC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4A147-78F8-BAA9-6BCB-C7D38C054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A02D-A489-4433-B3C6-BF2E639B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35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51D4-EA60-6983-F2D5-5A1D5FE5F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75143-D376-B1F4-D038-4D7214F10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C5302-2939-D35B-CD7F-605E2096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0138-BA54-4B92-B2CA-1DB7FBCF62F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3EE59-6E45-3CB3-CD18-6125117F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602EE-3B35-25ED-4CCF-8A4A283E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A02D-A489-4433-B3C6-BF2E639B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57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C8E0-DF11-FBFC-4137-EF9CCBEF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BF3A7-D1A5-793B-B9AC-6F691F72DA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049AB-10CA-278F-F286-DEF67DB4F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5F545-E3A9-7342-9587-DD50EC866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0138-BA54-4B92-B2CA-1DB7FBCF62F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828B4-31B6-FEF6-57A0-E7B935CF1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101DC-F5CA-990A-50D0-7FC4AB7C1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A02D-A489-4433-B3C6-BF2E639B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35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E2F1-92E7-78FC-36F4-5B5DE0D7D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07F84-7048-4771-580D-AD84CF03A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993B7-8625-DDA9-1F0E-9E8A8F131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24421-836E-52D2-EA59-911C8DAF3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F18CD9-C600-30E5-A898-883972657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F03F9D-0C1D-99D5-5EFD-6E8B97878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0138-BA54-4B92-B2CA-1DB7FBCF62F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C2F4B9-1FFC-18E2-37F4-7805DEA89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66395C-49F8-39AC-7147-DFD2E8006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A02D-A489-4433-B3C6-BF2E639B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41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E939-0AFE-E0F4-B517-48428668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A94C26-1FFE-07AF-45BC-4284AE5F7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0138-BA54-4B92-B2CA-1DB7FBCF62F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58EA2-CD81-2FAE-8580-23CE429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98BF9B-DFCB-B08E-125A-E72B2214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A02D-A489-4433-B3C6-BF2E639B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608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8B1F46-5115-7F21-607B-12C5DF0F9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0138-BA54-4B92-B2CA-1DB7FBCF62F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2960C-4D68-01A9-98BD-01AEC3FBB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8DD41-BAD1-F93E-9D06-2DF9DEEC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A02D-A489-4433-B3C6-BF2E639B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41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55736-D433-D503-51BD-FF656BD87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10452-F987-AB8F-8739-72DB18A51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FFA47-D146-114A-A53E-C8F08CA3E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C6125-9521-77AE-32B3-9022F90F8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0138-BA54-4B92-B2CA-1DB7FBCF62F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CE148-6EC3-DFB4-FE49-26E57B12C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027F2-6723-1BAE-F94A-F6B8F2A93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A02D-A489-4433-B3C6-BF2E639B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0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2BAE6-0F54-97BD-EA57-8BC79A4C4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39ADAF-BCD2-EE2B-EF84-C535F3091B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CB9FC-5180-2BE3-576E-59339B246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DC8F1-8092-75CE-30D1-7AE51A296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0138-BA54-4B92-B2CA-1DB7FBCF62F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E0599-D052-7E87-BD1E-AA3DF336F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FE074-1424-D7F9-E68B-F108C6F1F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A02D-A489-4433-B3C6-BF2E639B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35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59DE-E693-EE55-5B99-5E9C36A64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9CB64B-7A9F-C3E6-18A2-D257912D1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B62BE-7983-0A20-0B22-BC45B9B2B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0138-BA54-4B92-B2CA-1DB7FBCF62F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6DD2E-7AF3-D675-ED96-92D3C2ECC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5D1FC-AB48-DFE7-D947-43666FD5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A02D-A489-4433-B3C6-BF2E639B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55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B0593-94C3-5DDD-787C-AE361C0626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FCC75-1BEC-58B8-30AC-DBE9CE412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0C726-A8E2-2939-BFCB-5CF7DF84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0138-BA54-4B92-B2CA-1DB7FBCF62F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86672-A2DB-1C91-8565-04F1FB5D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88167-E0A0-A38D-2AF4-33D2A3115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A02D-A489-4433-B3C6-BF2E639B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8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C4B776-81B1-11FB-5CED-76182072D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0BFCC-2B2F-F9F9-0A79-7355C35FB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1BFB-C6D8-7AA0-FF42-E21155698E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800138-BA54-4B92-B2CA-1DB7FBCF62F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FB5B9-7C17-1FA8-C881-6872DF73F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74EE1-2C5C-A037-E166-9208EB895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ADA02D-A489-4433-B3C6-BF2E639B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6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AD005-E187-73D3-3CA7-BA2771CEE5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Mining Software Repositories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56BE8-513B-FDE7-F225-8F1A845BD7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(MSR)</a:t>
            </a:r>
          </a:p>
        </p:txBody>
      </p:sp>
    </p:spTree>
    <p:extLst>
      <p:ext uri="{BB962C8B-B14F-4D97-AF65-F5344CB8AC3E}">
        <p14:creationId xmlns:p14="http://schemas.microsoft.com/office/powerpoint/2010/main" val="3330244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55AEB-793B-C7FA-C459-375C5C86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AD667-0EDD-D919-034A-09620525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Extracting, analyzing, and interpreting data from software project repositories (Git, GitHub, Jira, etc.)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quality improvement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prediction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 estimation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team activity</a:t>
            </a:r>
          </a:p>
        </p:txBody>
      </p:sp>
    </p:spTree>
    <p:extLst>
      <p:ext uri="{BB962C8B-B14F-4D97-AF65-F5344CB8AC3E}">
        <p14:creationId xmlns:p14="http://schemas.microsoft.com/office/powerpoint/2010/main" val="1712779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F582-B674-4D5B-7D0B-1E80FE1B5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58AFB-4696-617E-5A67-91BC83162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 logs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reports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 requests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results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logs</a:t>
            </a:r>
          </a:p>
        </p:txBody>
      </p:sp>
    </p:spTree>
    <p:extLst>
      <p:ext uri="{BB962C8B-B14F-4D97-AF65-F5344CB8AC3E}">
        <p14:creationId xmlns:p14="http://schemas.microsoft.com/office/powerpoint/2010/main" val="1005127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4185-B221-AD3E-351F-4442AC03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MSR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33062-11F0-2A1C-AE18-A85196389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research question: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“Which files are most bug-prone?”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repositories: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or organization-specific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data: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Commits, issues, PRs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data: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duplicates, normalize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data: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calculation, visualization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results: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insights, recommendations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&amp; validate findings: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documentation,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2873045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E8634-C392-728D-947A-5FD963EA1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MSR Metrics &amp; Analyses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B3CBC-48EB-2D12-9090-85FC3AA4A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&amp; Repository Metrics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Lines of Code (LOC)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growth, churn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 count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 developer, per module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churn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added vs deleted lines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density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bugs per LOC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&amp; Process Metrics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activity trends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networks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resolution time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Visualization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 trends over time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distribution per module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collaboration network graph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027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AD571-8E77-85DA-41FE-DFD8D3F5D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MSR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D8AD5-4579-BCBF-5F1B-EF99167F7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Pydriller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942D2-47EC-9756-9F5A-399D5D384D33}"/>
              </a:ext>
            </a:extLst>
          </p:cNvPr>
          <p:cNvSpPr txBox="1"/>
          <p:nvPr/>
        </p:nvSpPr>
        <p:spPr>
          <a:xfrm>
            <a:off x="380246" y="6031210"/>
            <a:ext cx="116850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Spadini</a:t>
            </a:r>
            <a:r>
              <a:rPr lang="en-US" sz="1200" dirty="0"/>
              <a:t>, D., </a:t>
            </a:r>
            <a:r>
              <a:rPr lang="en-US" sz="1200" dirty="0" err="1"/>
              <a:t>Aniche</a:t>
            </a:r>
            <a:r>
              <a:rPr lang="en-US" sz="1200" dirty="0"/>
              <a:t>, M. and Bacchelli, A., 2018, October. </a:t>
            </a:r>
            <a:r>
              <a:rPr lang="en-US" sz="1200" dirty="0" err="1"/>
              <a:t>Pydriller</a:t>
            </a:r>
            <a:r>
              <a:rPr lang="en-US" sz="1200" dirty="0"/>
              <a:t>: Python framework for mining software repositories. In </a:t>
            </a:r>
            <a:r>
              <a:rPr lang="en-US" sz="1200" i="1" dirty="0"/>
              <a:t>Proceedings of the 2018 26th ACM Joint meeting on </a:t>
            </a:r>
            <a:r>
              <a:rPr lang="en-US" sz="1200" i="1" dirty="0" err="1"/>
              <a:t>european</a:t>
            </a:r>
            <a:r>
              <a:rPr lang="en-US" sz="1200" i="1" dirty="0"/>
              <a:t> software engineering conference and symposium on the foundations of software engineering</a:t>
            </a:r>
            <a:r>
              <a:rPr lang="en-US" sz="1200" dirty="0"/>
              <a:t> (pp. 908-911).</a:t>
            </a:r>
          </a:p>
        </p:txBody>
      </p:sp>
    </p:spTree>
    <p:extLst>
      <p:ext uri="{BB962C8B-B14F-4D97-AF65-F5344CB8AC3E}">
        <p14:creationId xmlns:p14="http://schemas.microsoft.com/office/powerpoint/2010/main" val="971167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ED744-F0A5-B39E-D934-F6CFCBD3C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78D22-8C4D-FB35-A3A4-D5A90F387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Codabux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Z., Fard, F., Verdecchia, R., Palomba, F., Di Nucci, D.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Recupito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2024. Teaching Mining Software Repositories. In Handbook on Teaching Empirical Software Engineering (pp. 325-362). Cham: Springer Nature Switzerland.</a:t>
            </a:r>
          </a:p>
        </p:txBody>
      </p:sp>
    </p:spTree>
    <p:extLst>
      <p:ext uri="{BB962C8B-B14F-4D97-AF65-F5344CB8AC3E}">
        <p14:creationId xmlns:p14="http://schemas.microsoft.com/office/powerpoint/2010/main" val="23698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288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Mining Software Repositories</vt:lpstr>
      <vt:lpstr>Introduction</vt:lpstr>
      <vt:lpstr>Data Types</vt:lpstr>
      <vt:lpstr>Process of MSR</vt:lpstr>
      <vt:lpstr>MSR Metrics &amp; Analyses</vt:lpstr>
      <vt:lpstr>MSR Tools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Lutfun Nahar Lota Assistant Professor,	CSE</dc:creator>
  <cp:lastModifiedBy>Namisa__ __</cp:lastModifiedBy>
  <cp:revision>3</cp:revision>
  <dcterms:created xsi:type="dcterms:W3CDTF">2025-08-20T05:05:46Z</dcterms:created>
  <dcterms:modified xsi:type="dcterms:W3CDTF">2026-09-09T04:00:10Z</dcterms:modified>
</cp:coreProperties>
</file>
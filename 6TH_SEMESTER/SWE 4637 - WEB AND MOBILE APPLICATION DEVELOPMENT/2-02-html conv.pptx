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 defTabSz="914400">
      <a:defRPr lang="en-US" dirty="0"/>
    </a:defPPr>
    <a:lvl1pPr marL="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1:38:49.4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1,'2104'0,"-1557"15,-280-4,-42-4,647 14,-772-21,133-1,236 31,162 40,3-40,1333-32,-1526 30,-223-9,689 17,7-37,-429-2,2808 2,-3116-12,-123 6,0 2,76 4,10 22,-84-12,44 12,-71-14,0 0,1-2,0-1,-1-1,1-2,50-4,146-25,-192 22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1:38:54.3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 0,'0'3,"0"0,-1 0,1 0,0 0,0 0,0-1,0 1,0 0,1 0,-1 0,1-1,0 1,0 0,0-1,0 1,0-1,1 1,-1-1,1 1,-1-1,1 0,0 0,0 0,0 0,0 0,0 0,1-1,-1 1,3 1,14 5,-1-1,2-1,-1 0,1-2,22 3,-15-2,382 57,522 13,425-64,-1083-13,5458-4,-3261 8,-1997-3,534 3,-287 47,-154-5,899-31,-847-16,-593 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1:38:55.5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10,'0'-4,"0"-2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1:39:47.7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0,'6148'0,"-5476"25,-211-3,868-15,-771-9,-115 1,483 3,-296 24,33 0,936-26,-717-2,-551 1,389 3,-206 38,75 0,-551-40,-7-1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2:01:43.3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1,'3542'0,"-2840"25,-407-9,321 25,267 9,245-51,-432-2,1210 4,-1237-41,-242-9,683 8,-792 42,-290-1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2:01:44.2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customXml" Target="../ink/ink3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customXml" Target="../ink/ink6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9331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EDA4325-CCE0-A93E-0F76-312081B93B7B}"/>
                  </a:ext>
                </a:extLst>
              </p14:cNvPr>
              <p14:cNvContentPartPr/>
              <p14:nvPr/>
            </p14:nvContentPartPr>
            <p14:xfrm>
              <a:off x="662488" y="876710"/>
              <a:ext cx="5592960" cy="112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EDA4325-CCE0-A93E-0F76-312081B93B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8488" y="769070"/>
                <a:ext cx="5700600" cy="327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3A773CE-4A42-4F79-8E61-BF41746C61DF}"/>
                  </a:ext>
                </a:extLst>
              </p14:cNvPr>
              <p14:cNvContentPartPr/>
              <p14:nvPr/>
            </p14:nvContentPartPr>
            <p14:xfrm>
              <a:off x="671128" y="820910"/>
              <a:ext cx="5848200" cy="132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3A773CE-4A42-4F79-8E61-BF41746C61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7488" y="712910"/>
                <a:ext cx="595584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C74B2FD-5C5B-540B-2A4F-D1D912E7CE4A}"/>
                  </a:ext>
                </a:extLst>
              </p14:cNvPr>
              <p14:cNvContentPartPr/>
              <p14:nvPr/>
            </p14:nvContentPartPr>
            <p14:xfrm>
              <a:off x="12791968" y="1712990"/>
              <a:ext cx="360" cy="3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C74B2FD-5C5B-540B-2A4F-D1D912E7CE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37968" y="1604990"/>
                <a:ext cx="108000" cy="219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316EF67-EB68-D96B-9397-2314F9551B0A}"/>
                  </a:ext>
                </a:extLst>
              </p14:cNvPr>
              <p14:cNvContentPartPr/>
              <p14:nvPr/>
            </p14:nvContentPartPr>
            <p14:xfrm>
              <a:off x="671848" y="895790"/>
              <a:ext cx="5952600" cy="66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316EF67-EB68-D96B-9397-2314F9551B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7848" y="787790"/>
                <a:ext cx="6060240" cy="282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827B296-B3AA-5126-832A-B96157501A22}"/>
                  </a:ext>
                </a:extLst>
              </p14:cNvPr>
              <p14:cNvContentPartPr/>
              <p14:nvPr/>
            </p14:nvContentPartPr>
            <p14:xfrm>
              <a:off x="867328" y="839630"/>
              <a:ext cx="4435920" cy="48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827B296-B3AA-5126-832A-B96157501A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3688" y="731630"/>
                <a:ext cx="454356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1ADB9C-EA0B-99CE-EC70-42B4635A6E7F}"/>
                  </a:ext>
                </a:extLst>
              </p14:cNvPr>
              <p14:cNvContentPartPr/>
              <p14:nvPr/>
            </p14:nvContentPartPr>
            <p14:xfrm>
              <a:off x="12801688" y="194051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1ADB9C-EA0B-99CE-EC70-42B4635A6E7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47688" y="1832870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Pages>0</Pages>
  <Words>0</Words>
  <Characters>0</Characters>
  <Application>Microsoft Office PowerPoint</Application>
  <PresentationFormat>Widescreen</PresentationFormat>
  <Lines>0</Lines>
  <Paragraphs>0</Paragraphs>
  <Slides>27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Namisa__ __</cp:lastModifiedBy>
  <cp:revision>4</cp:revision>
  <dcterms:modified xsi:type="dcterms:W3CDTF">2025-06-18T17:12:21Z</dcterms:modified>
</cp:coreProperties>
</file>
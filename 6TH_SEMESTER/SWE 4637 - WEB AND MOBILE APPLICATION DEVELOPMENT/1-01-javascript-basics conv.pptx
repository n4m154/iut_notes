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09:55:07.7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28,'183'-2,"189"4,-248 10,12 1,700-10,-427-6,-296 2,127 3,-123 10,24 1,679-11,-423-4,1494 2,-1841 3,1 2,55 12,47 6,372-16,-307-9,1359 2,-1268 13,2 1,-270-15,737-15,-439 8,-101 4,123-21,93-2,-122 1,-220 13,480-1,-377 17,-73-2,179-3,-143-11,56 0,1838 14,-1729 23,-105-3,320-14,-392-8,-133 4,-1 0,-1 2,1 2,37 12,60 11,79-17,-144-12,90 12,-22 6,156 1,133-20,-172-3,4256 3,-4484 0,0-1,-1 0,1-2,0 0,-1-2,23-8,-20 6,0 1,1 1,0 0,38-1,99 7,-77 1,130-1,578-2,-502-12,100-1,-279 14,-71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09:55:09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1 239,'1'-1,"0"0,1 0,-1 0,0 0,1 0,-1 1,1-1,-1 0,1 1,-1 0,1-1,-1 1,1 0,-1-1,4 1,7-1,276-37,-66 11,704-88,9 68,1517 52,-2280-5,-81 4,101 18,48 2,-20-18,115 5,-153 6,131 3,-305-20,0 0,0 1,0 0,0 0,14 5,6 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04:33.8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79,'739'0,"-695"-2,47-8,14-1,31 6,129-8,138-15,-254 18,191 11,-164 12,81 2,-180-16,1 4,106 18,-107-8,129 4,79-17,-137-2,2910 0,-1582 3,-1205-14,18-1,-43 14,209 2,-261 11,45 0,-216-13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07:08.9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1 261,'0'0,"0"-1,0 0,0 0,1 0,-1 0,0 0,1 1,-1-1,1 0,-1 0,1 1,-1-1,1 0,0 1,-1-1,1 1,0-1,-1 0,1 1,0 0,0-1,0 1,-1-1,3 1,25-8,-24 7,47-8,89-4,-42 6,541-67,33-2,6 42,-211 50,-39-1,1543-12,-1008-6,184 86,-416-33,4-51,-295-2,-53 4,477-3,-383-23,-18 0,560 22,-512 6,6310-3,-6620-1,339-43,-223 2,528-3,3227 47,-4007 1,-1 4,95 21,-151-27,28 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07:46.6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27,'0'-1,"0"0,1 0,-1 0,0 0,1 1,-1-1,1 0,-1 0,1 1,-1-1,1 0,0 1,-1-1,1 1,0-1,0 1,-1-1,1 1,0-1,0 1,0 0,-1-1,1 1,0 0,0 0,0 0,1-1,30-3,-26 4,92-5,0 4,103 13,-98-4,39 2,322 13,1434-21,-925-5,-302-13,-281-11,-294 20,-60 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24:57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0 374,'1'0,"-1"1,0 0,0-1,1 1,-1-1,0 1,1 0,-1-1,1 1,-1-1,0 1,1-1,-1 1,1-1,-1 0,1 1,0-1,-1 0,1 1,-1-1,1 0,0 0,-1 1,1-1,0 0,-1 0,2 0,26 4,-21-4,128 9,0-7,240-26,267-82,-251 24,290-51,-504 108,339-4,1506 39,-1736-11,352 4,-191 48,-25-1,25-48,-87-3,-298 4,0 3,110 26,117 50,-174-46,236 43,80-51,5-31,-149-1,-220 4,531 20,373 38,-946-58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24:58.5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0 340,'67'-2,"0"-2,76-16,117-40,-102 22,915-142,-743 153,430 18,-670 12,-72-2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09:56.6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1 158,'7'-2,"-1"-1,1 1,0 0,0 0,0 1,0 0,9 0,4-2,340-48,57-8,1 28,117 32,-203 1,-102 12,-85-2,283 44,-327-37,1-5,125 1,-110-15,391 9,-208 0,80 4,-309-7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09:57.8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1,'18'1,"0"0,31 8,4 0,227 15,-83-9,37 6,355 35,224-34,-558-24,40 2,660-16,-731 5,-192 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19:16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1 549,'5113'0,"-4711"-11,-147 2,302-18,14 0,591 21,-897 7,228-28,-2-33,-323 37,258-43,-43 5,-69 15,518-55,-759 93,78-18,40-6,658 13,-632 21,413 0,-564-2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33:59.8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1,'13'4,"-1"2,33 9,1-1,0-2,61 6,149 6,426 34,281 16,258-63,-727-15,3034 5,-2938 24,-89 0,1091-20,-834-8,319 3,-1000-4,-1-3,96-23,-26 5,173-11,-253 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34:01.3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21,'0'0,"0"-1,0 0,1 0,-1 0,0 1,1-1,-1 0,1 1,-1-1,0 0,1 1,0-1,-1 0,1 1,-1-1,1 1,0-1,-1 1,1-1,0 1,-1 0,1-1,0 1,0 0,-1 0,1-1,0 1,1 0,29-4,-25 3,28 1,-1 0,54 8,-82-7,771 52,8-43,-643-9,3201 0,-1563-3,799 2,-2128 27,-42-1,653-24,-506-5,-551 3,22 0,0 0,0 2,-1 0,35 9,-26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34:02.4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1,'7016'0,"-6971"0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34:06.9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1,'2694'0,"-2340"6,-240 2,120 24,-197-25,575 83,420-74,-738-18,3271 0,-2108 2,-1406 1,75 8,-92-3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34:08.1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0,'9060'0,"-8284"59,-47-9,4-51,-301-3,-405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customXml" Target="../ink/ink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customXml" Target="../ink/ink9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A63054-55CB-A902-197E-034B8790EC6C}"/>
                  </a:ext>
                </a:extLst>
              </p14:cNvPr>
              <p14:cNvContentPartPr/>
              <p14:nvPr/>
            </p14:nvContentPartPr>
            <p14:xfrm>
              <a:off x="1063528" y="2304110"/>
              <a:ext cx="9196920" cy="6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A63054-55CB-A902-197E-034B8790EC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888" y="2196470"/>
                <a:ext cx="93045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4E62B0-8A03-4266-E7DB-FD751EBA4685}"/>
                  </a:ext>
                </a:extLst>
              </p14:cNvPr>
              <p14:cNvContentPartPr/>
              <p14:nvPr/>
            </p14:nvContentPartPr>
            <p14:xfrm>
              <a:off x="1128688" y="2638550"/>
              <a:ext cx="2410920" cy="8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4E62B0-8A03-4266-E7DB-FD751EBA46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5048" y="2530910"/>
                <a:ext cx="2518560" cy="30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89FF57-75BF-FDAC-851A-163047B28AD2}"/>
                  </a:ext>
                </a:extLst>
              </p14:cNvPr>
              <p14:cNvContentPartPr/>
              <p14:nvPr/>
            </p14:nvContentPartPr>
            <p14:xfrm>
              <a:off x="1091248" y="1781750"/>
              <a:ext cx="3604320" cy="29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89FF57-75BF-FDAC-851A-163047B28A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7608" y="1673750"/>
                <a:ext cx="3711960" cy="24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BEF296-3D64-CBE2-2767-F7C81D01D5A5}"/>
                  </a:ext>
                </a:extLst>
              </p14:cNvPr>
              <p14:cNvContentPartPr/>
              <p14:nvPr/>
            </p14:nvContentPartPr>
            <p14:xfrm>
              <a:off x="1063528" y="3619550"/>
              <a:ext cx="9383400" cy="9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BEF296-3D64-CBE2-2767-F7C81D01D5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888" y="3511550"/>
                <a:ext cx="9491040" cy="30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A40B05-A040-5B92-62A1-C91A4FC05ADA}"/>
                  </a:ext>
                </a:extLst>
              </p14:cNvPr>
              <p14:cNvContentPartPr/>
              <p14:nvPr/>
            </p14:nvContentPartPr>
            <p14:xfrm>
              <a:off x="1091248" y="3619910"/>
              <a:ext cx="1882080" cy="2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A40B05-A040-5B92-62A1-C91A4FC05A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7608" y="3512270"/>
                <a:ext cx="1989720" cy="23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7519A1-A446-1809-AC03-D6D0E8E7AFA3}"/>
                  </a:ext>
                </a:extLst>
              </p14:cNvPr>
              <p14:cNvContentPartPr/>
              <p14:nvPr/>
            </p14:nvContentPartPr>
            <p14:xfrm>
              <a:off x="7417528" y="2739350"/>
              <a:ext cx="4172760" cy="16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7519A1-A446-1809-AC03-D6D0E8E7AF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63528" y="2631710"/>
                <a:ext cx="42804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391008-98FF-21A3-91EE-3B013ADC8A12}"/>
                  </a:ext>
                </a:extLst>
              </p14:cNvPr>
              <p14:cNvContentPartPr/>
              <p14:nvPr/>
            </p14:nvContentPartPr>
            <p14:xfrm>
              <a:off x="1502368" y="3115190"/>
              <a:ext cx="1068120" cy="12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391008-98FF-21A3-91EE-3B013ADC8A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8368" y="3007190"/>
                <a:ext cx="1175760" cy="33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7AA941-B112-18EA-DF8E-A064242A9349}"/>
                  </a:ext>
                </a:extLst>
              </p14:cNvPr>
              <p14:cNvContentPartPr/>
              <p14:nvPr/>
            </p14:nvContentPartPr>
            <p14:xfrm>
              <a:off x="9470248" y="614990"/>
              <a:ext cx="1712160" cy="6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7AA941-B112-18EA-DF8E-A064242A93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16608" y="506990"/>
                <a:ext cx="18198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AC168A-D4F7-C6C0-2691-F35CE6D24419}"/>
                  </a:ext>
                </a:extLst>
              </p14:cNvPr>
              <p14:cNvContentPartPr/>
              <p14:nvPr/>
            </p14:nvContentPartPr>
            <p14:xfrm>
              <a:off x="9675808" y="914150"/>
              <a:ext cx="1445040" cy="5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AC168A-D4F7-C6C0-2691-F35CE6D244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22168" y="806510"/>
                <a:ext cx="1552680" cy="27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CB8677-07B4-10F7-B3F2-951215D281AE}"/>
                  </a:ext>
                </a:extLst>
              </p14:cNvPr>
              <p14:cNvContentPartPr/>
              <p14:nvPr/>
            </p14:nvContentPartPr>
            <p14:xfrm>
              <a:off x="765088" y="698150"/>
              <a:ext cx="4899600" cy="19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CB8677-07B4-10F7-B3F2-951215D281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448" y="590510"/>
                <a:ext cx="5007240" cy="41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436BF4-662D-256D-1425-4E315A7155D7}"/>
                  </a:ext>
                </a:extLst>
              </p14:cNvPr>
              <p14:cNvContentPartPr/>
              <p14:nvPr/>
            </p14:nvContentPartPr>
            <p14:xfrm>
              <a:off x="1091248" y="1856630"/>
              <a:ext cx="4603680" cy="104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436BF4-662D-256D-1425-4E315A7155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7608" y="1748990"/>
                <a:ext cx="47113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A9880F-72CA-CFA7-AD18-650122415330}"/>
                  </a:ext>
                </a:extLst>
              </p14:cNvPr>
              <p14:cNvContentPartPr/>
              <p14:nvPr/>
            </p14:nvContentPartPr>
            <p14:xfrm>
              <a:off x="1128688" y="2315630"/>
              <a:ext cx="4424040" cy="5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A9880F-72CA-CFA7-AD18-6501224153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5048" y="2207990"/>
                <a:ext cx="45316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FA62DC-F67E-62FE-37DA-96B4C3F506A9}"/>
                  </a:ext>
                </a:extLst>
              </p14:cNvPr>
              <p14:cNvContentPartPr/>
              <p14:nvPr/>
            </p14:nvContentPartPr>
            <p14:xfrm>
              <a:off x="1203208" y="2761670"/>
              <a:ext cx="254268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FA62DC-F67E-62FE-37DA-96B4C3F506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9568" y="2654030"/>
                <a:ext cx="2650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014944-0BA6-BD7D-84C5-B848C82C82DE}"/>
                  </a:ext>
                </a:extLst>
              </p14:cNvPr>
              <p14:cNvContentPartPr/>
              <p14:nvPr/>
            </p14:nvContentPartPr>
            <p14:xfrm>
              <a:off x="1128688" y="4674350"/>
              <a:ext cx="3818160" cy="61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014944-0BA6-BD7D-84C5-B848C82C82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5048" y="4566710"/>
                <a:ext cx="39258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285B31-2676-6093-3D68-DB27C412F5C8}"/>
                  </a:ext>
                </a:extLst>
              </p14:cNvPr>
              <p14:cNvContentPartPr/>
              <p14:nvPr/>
            </p14:nvContentPartPr>
            <p14:xfrm>
              <a:off x="1222288" y="5187710"/>
              <a:ext cx="4232880" cy="39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285B31-2676-6093-3D68-DB27C412F5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68288" y="5079710"/>
                <a:ext cx="4340520" cy="25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Pages>0</Pages>
  <Words>0</Words>
  <Characters>0</Characters>
  <Application>Microsoft Office PowerPoint</Application>
  <PresentationFormat>Widescreen</PresentationFormat>
  <Lines>0</Lines>
  <Paragraphs>0</Paragraphs>
  <Slides>66</Slides>
  <Notes>0</Notes>
  <HiddenSlides>21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Namisa__ __</cp:lastModifiedBy>
  <cp:revision>7</cp:revision>
  <dcterms:modified xsi:type="dcterms:W3CDTF">2025-06-18T11:10:27Z</dcterms:modified>
</cp:coreProperties>
</file>
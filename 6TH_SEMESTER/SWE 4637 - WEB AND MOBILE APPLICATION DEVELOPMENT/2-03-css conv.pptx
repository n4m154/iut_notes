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17:02.2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0 109,'67'-2,"112"-18,62-28,-178 34,-10 4,-1 3,58-1,107 9,-100 2,1701-2,-994-2,-797 3,0 2,-1 0,1 1,-1 2,47 18,-36-12,71 16,357 29,-277-38,65-2,-50-5,243 18,-256-19,44 9,140 4,-317-24,1 2,74 13,17 8,220 8,152-29,-314-4,624 26,446 1,-1034-26,-205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17:08.9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23,'3'-2,"0"0,0 0,1 1,-1-1,0 1,1 0,0 0,-1 0,1 1,-1-1,1 1,6 0,1-1,82-5,167 10,-144 2,1663 8,-1111-17,5498 3,-5665 25,-73 0,423-22,-568-4,-180-4,0-5,106-24,-87 13,-90 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17:11.6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1,'2139'0,"-1997"5,0 7,273 59,-321-54,0-3,103 0,193-13,-207-4,2438 1,-1543 2,-1045 3,-1 1,0 2,0 1,51 19,-45-14,7 1,0-2,1-2,0-2,73 1,278-10,-380 1,0 0,-1-2,19-4,26-5,-37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28:35.3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0 181,'1'-1,"-1"0,1-1,-1 1,1 0,-1 0,1 0,0 0,-1 0,1 0,0 0,0 0,0 0,0 0,0 1,0-1,0 0,0 1,0-1,0 1,1-1,1 0,32-11,-29 11,14-5,39-13,1 3,0 3,65-6,-108 17,438-21,-276 22,173 4,-234 9,-69-5,57 0,1193-64,-1251 54,196-14,265 16,-381 12,81 3,-174-13,24-1,0 2,0 4,79 16,168 58,-63-41,-152-27,476 88,-529-92,110 29,-99-22,0-3,1-1,96 6,153-13,-186-5,2819-1,-2864 5,1 3,-1 3,89 24,-98-22,0-2,72 1,122-10,-140-2,-62 1,0 3,-1 1,1 2,-1 3,0 2,50 17,-57-11,100 29,-120-39,0-1,1-2,0 0,32-2,81-4,-106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2:51:30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0 442,'0'-1,"1"0,-1 0,1 1,-1-1,1 0,-1 0,1 0,-1 1,1-1,0 0,-1 1,1-1,0 0,0 1,0-1,-1 1,1 0,0-1,0 1,0-1,0 1,0 0,0 0,0 0,2-1,29-3,-28 3,444-60,-276 35,500-27,5 54,-299 3,75-3,724-3,-769-11,104 0,196-48,-416 26,837-27,3060 65,-4116-6,94-17,-34 3,604-23,-566 28,-30 1,-33 9,-61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3:28:43.8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1 261,'3'2,"0"1,1-1,-1 0,1 0,0-1,-1 1,1-1,0 0,0 1,0-2,0 1,0 0,0-1,0 0,5 0,3 1,488 7,-327-9,6181 0,-5676-26,-121 2,779 22,-690 5,2616-2,-2428-27,-12 0,719 45,357-7,-1321-12,-78 14,-63-1,1785-9,-1126-5,-707 13,298-12,-248-46,-93 9,679-72,-661 71,1 28,236 15,-333-6,-256 2,0 0,0 1,0 0,0 0,18 6,-4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18T13:28:45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1,'136'10,"-37"0,665-2,-478-10,185 0,592 5,-343 60,-66-3,681-51,-801-13,-439 4,693 29,267 21,-1023-50,0 0,0 2,0 2,43 9,-40-2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customXml" Target="../ink/ink7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0EFB1C-A588-A028-F2A9-ACFC6BE82AB3}"/>
                  </a:ext>
                </a:extLst>
              </p14:cNvPr>
              <p14:cNvContentPartPr/>
              <p14:nvPr/>
            </p14:nvContentPartPr>
            <p14:xfrm>
              <a:off x="1072888" y="1827110"/>
              <a:ext cx="3718080" cy="15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0EFB1C-A588-A028-F2A9-ACFC6BE82A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8888" y="1719110"/>
                <a:ext cx="38257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6AF2C7-5344-8138-9724-33D95B840132}"/>
                  </a:ext>
                </a:extLst>
              </p14:cNvPr>
              <p14:cNvContentPartPr/>
              <p14:nvPr/>
            </p14:nvContentPartPr>
            <p14:xfrm>
              <a:off x="1063528" y="2968310"/>
              <a:ext cx="4239720" cy="27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6AF2C7-5344-8138-9724-33D95B8401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888" y="2860670"/>
                <a:ext cx="434736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1EA9F9-0219-B48A-517B-987B9A5E6FE5}"/>
                  </a:ext>
                </a:extLst>
              </p14:cNvPr>
              <p14:cNvContentPartPr/>
              <p14:nvPr/>
            </p14:nvContentPartPr>
            <p14:xfrm>
              <a:off x="1100968" y="3330830"/>
              <a:ext cx="3101400" cy="85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1EA9F9-0219-B48A-517B-987B9A5E6F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7328" y="3223190"/>
                <a:ext cx="3209040" cy="30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349A55-1ADD-D644-2BD9-0B987E3DA90C}"/>
                  </a:ext>
                </a:extLst>
              </p14:cNvPr>
              <p14:cNvContentPartPr/>
              <p14:nvPr/>
            </p14:nvContentPartPr>
            <p14:xfrm>
              <a:off x="1455568" y="5281310"/>
              <a:ext cx="4091400" cy="216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349A55-1ADD-D644-2BD9-0B987E3DA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1568" y="5173310"/>
                <a:ext cx="4199040" cy="43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3A0C33-8B5F-C7DA-F435-0B93C57D844C}"/>
                  </a:ext>
                </a:extLst>
              </p14:cNvPr>
              <p14:cNvContentPartPr/>
              <p14:nvPr/>
            </p14:nvContentPartPr>
            <p14:xfrm>
              <a:off x="671848" y="820550"/>
              <a:ext cx="4626000" cy="159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3A0C33-8B5F-C7DA-F435-0B93C57D84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848" y="712550"/>
                <a:ext cx="4733640" cy="37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227281-48CE-4283-B9EA-228CBB8C49F7}"/>
                  </a:ext>
                </a:extLst>
              </p14:cNvPr>
              <p14:cNvContentPartPr/>
              <p14:nvPr/>
            </p14:nvContentPartPr>
            <p14:xfrm>
              <a:off x="1063528" y="1800110"/>
              <a:ext cx="10112760" cy="104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227281-48CE-4283-B9EA-228CBB8C49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9888" y="1692110"/>
                <a:ext cx="1022040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D4D3D8-9411-FAA4-32C0-4C62DACE9C47}"/>
                  </a:ext>
                </a:extLst>
              </p14:cNvPr>
              <p14:cNvContentPartPr/>
              <p14:nvPr/>
            </p14:nvContentPartPr>
            <p14:xfrm>
              <a:off x="1007728" y="2276390"/>
              <a:ext cx="2966040" cy="95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D4D3D8-9411-FAA4-32C0-4C62DACE9C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728" y="2168750"/>
                <a:ext cx="3073680" cy="31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Pages>0</Pages>
  <Words>0</Words>
  <Characters>0</Characters>
  <Application>Microsoft Office PowerPoint</Application>
  <PresentationFormat>Widescreen</PresentationFormat>
  <Lines>0</Lines>
  <Paragraphs>0</Paragraphs>
  <Slides>78</Slides>
  <Notes>0</Notes>
  <HiddenSlides>29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2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Namisa__ __</cp:lastModifiedBy>
  <cp:revision>12</cp:revision>
  <dcterms:modified xsi:type="dcterms:W3CDTF">2025-06-18T17:34:06Z</dcterms:modified>
</cp:coreProperties>
</file>
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8" r:id="rId9"/>
    <p:sldId id="271" r:id="rId10"/>
    <p:sldId id="272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2DA037-4A76-436F-8F9D-ACFCFE797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99" y="197963"/>
            <a:ext cx="8300301" cy="597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8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047F31-206E-42DB-9520-7D8FA9DEC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29" y="274637"/>
            <a:ext cx="8198206" cy="562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DE783-1E25-4465-AFD3-17AE5DA4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C1D77-557D-4D30-9FB7-ADD75521D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60" y="274638"/>
            <a:ext cx="6005080" cy="533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5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DE783-1E25-4465-AFD3-17AE5DA4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6591CB-A500-4E91-805A-D8F6842C3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183" y="433633"/>
            <a:ext cx="6020527" cy="512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12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DE783-1E25-4465-AFD3-17AE5DA4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F85D4-1B91-4791-877C-27EA39476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069" y="659876"/>
            <a:ext cx="6129862" cy="498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668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On-screen Show (4:3)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Youssouf</cp:lastModifiedBy>
  <cp:revision>2</cp:revision>
  <dcterms:created xsi:type="dcterms:W3CDTF">2013-01-27T09:14:16Z</dcterms:created>
  <dcterms:modified xsi:type="dcterms:W3CDTF">2025-03-17T02:39:16Z</dcterms:modified>
  <cp:category/>
</cp:coreProperties>
</file>
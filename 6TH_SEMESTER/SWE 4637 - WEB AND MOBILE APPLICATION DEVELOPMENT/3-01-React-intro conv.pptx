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 defTabSz="914400">
      <a:defRPr lang="en-US" dirty="0"/>
    </a:defPPr>
    <a:lvl1pPr marL="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5/19/2025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5/19/2025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5/19/2025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5/19/2025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5/19/2025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5/19/2025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5/19/2025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5/19/2025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5/19/2025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5/19/2025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5/19/2025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30D1D-EC81-4D12-BBAE-7AD5C46FE905}" type="datetimeFigureOut">
              <a:rPr lang="en-US" dirty="0"/>
              <a:t>5/19/2025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Pages>0</Pages>
  <Words>0</Words>
  <Characters>0</Characters>
  <Application>Microsoft Office PowerPoint</Application>
  <PresentationFormat>Widescreen</PresentationFormat>
  <Lines>0</Lines>
  <Paragraphs>0</Paragraphs>
  <Slides>37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Youssouf</cp:lastModifiedBy>
  <cp:revision>2</cp:revision>
  <dcterms:modified xsi:type="dcterms:W3CDTF">2025-05-19T07:32:12Z</dcterms:modified>
</cp:coreProperties>
</file>
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8" r:id="rId3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Roboto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8" autoAdjust="0"/>
  </p:normalViewPr>
  <p:slideViewPr>
    <p:cSldViewPr snapToGrid="0">
      <p:cViewPr varScale="1">
        <p:scale>
          <a:sx n="108" d="100"/>
          <a:sy n="108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4cc84663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4cc84663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short…. JSX is an extension to JS.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before we dive too deep into this...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4cc84663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4cc84663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before we dive too deep into this, let’s put some cross-platform UI design solutions into perspective.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4cc84663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4cc84663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First we have iOS.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4cc8466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d4cc8466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Using Xcode we get a “drag and drop” interface.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4cc84663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4cc84663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Autolayout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There’s also a way to code things directly...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d4cc84663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d4cc84663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in fact, this is what Apple does internally. They build their stuff via code.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Beginners still prefer auto layout.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4cc84663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d4cc84663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Then there’s Android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d4cc84663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d4cc84663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Android also has a drag and drop interface.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Also supports building layouts via code.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addition to this, however,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4cc84663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d4cc84663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addition to this, however, Android cleanly integrates with XML.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Advanced Android developers tend to build UI using XML directly because this drag and drop interface is really bad..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4cc8466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4cc8466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Finally, we have react native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4cc84663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d4cc84663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Answer is...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4cc84663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d4cc84663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context let’s go through some history...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d4cc84663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d4cc84663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are IDEs that offer some kind of interface building functionality, though limited. 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 this class we will only be using JSX to create our layouts. It’ll become second nature quickly.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d4cc84663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d4cc84663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Building a layout with JSX once and having it work on both iOS and Android is priceless.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Imagine all of the time you saved.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d4cc84663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d4cc84663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4cc84663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d4cc84663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just rendering JSX markup. What renders depends on what is returned.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d4cc84663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d4cc84663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nested view can just be returned directly.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d4cc84663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d4cc84663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long as ourNestedView is defined within scope.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d4cc84663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d4cc84663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what exactly is going on here?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d4cc84663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d4cc84663_0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change. Save file. Application is reloaded instantly.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d4cc84663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d4cc84663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now, an important detail is that React Native also re-renders a component whenever its state changes.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might’ve noticed that this reloading occurs almost instantaneously. This is...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d4cc84663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d4cc84663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because of the fact that React Native uses a virtual DOM. 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d4cc84663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d4cc84663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browser, the virtual DOM can look something like this. It’s a representation of what is rendered and where.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d4cc84663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d4cc84663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where does the virtual DOM fall into place in this picture? You might be thinking that re-rendering an entire nested View component every time you make a change is really expensive and slow. </a:t>
            </a:r>
            <a:br>
              <a:rPr lang="en"/>
            </a:br>
            <a:br>
              <a:rPr lang="en"/>
            </a:br>
            <a:r>
              <a:rPr lang="en"/>
              <a:t>What if you have 100 text components?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d4cc84663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d4cc84663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virtual DOM computes the difference in the DOM after a state change and only re-renders the affected nodes.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Change text here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Affects related node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V DOM reports change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RN reloads only affected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d4cc84663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d4cc84663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this rendering step happen?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is why it’s called React “Native”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d4cc84663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d4cc84663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Technically any other platform is supported as long as somebody writes that translation bridge.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d4cc84663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d4cc84663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the bridge work?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tell RN to render a view…</a:t>
            </a:r>
            <a:br>
              <a:rPr lang="en"/>
            </a:br>
            <a:br>
              <a:rPr lang="en"/>
            </a:br>
            <a:r>
              <a:rPr lang="en"/>
              <a:t>These platforms will never know what this JSX is. Instead, they will directly render their native components.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might start to see the value of writing code once and having it work on both platforms automatically. Possibilities are endless.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d4cc84663_0_7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d4cc84663_0_7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elaborate on this a lot more, but for now… have this cheat sheet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hpoet/react-native-styling-cheat-shee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02650" y="1702675"/>
            <a:ext cx="7254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SWE 4637: Cross-Platform Mobile Development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6549" y="2119025"/>
            <a:ext cx="63402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22350" y="3636050"/>
            <a:ext cx="3337800" cy="11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/>
        </p:nvSpPr>
        <p:spPr>
          <a:xfrm>
            <a:off x="221075" y="1766950"/>
            <a:ext cx="89229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JSX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678000" y="2396200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An extension to JavaScript that you will use to build your UI interfaces.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5"/>
          <p:cNvSpPr/>
          <p:nvPr/>
        </p:nvSpPr>
        <p:spPr>
          <a:xfrm>
            <a:off x="3590600" y="381825"/>
            <a:ext cx="4836600" cy="1326300"/>
          </a:xfrm>
          <a:prstGeom prst="rect">
            <a:avLst/>
          </a:prstGeom>
          <a:solidFill>
            <a:srgbClr val="FFFFFF">
              <a:alpha val="7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/>
          <p:nvPr/>
        </p:nvSpPr>
        <p:spPr>
          <a:xfrm>
            <a:off x="3590600" y="381825"/>
            <a:ext cx="4836600" cy="13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925" y="1024850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8875" y="2709600"/>
            <a:ext cx="1436401" cy="14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/>
          <p:nvPr/>
        </p:nvSpPr>
        <p:spPr>
          <a:xfrm>
            <a:off x="3590600" y="381825"/>
            <a:ext cx="4836600" cy="13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925" y="1024850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8875" y="2709600"/>
            <a:ext cx="1436401" cy="144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 txBox="1"/>
          <p:nvPr/>
        </p:nvSpPr>
        <p:spPr>
          <a:xfrm>
            <a:off x="663175" y="2346600"/>
            <a:ext cx="38586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Unfortunately you will have to deal with autolayout constraints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9" name="Google Shape;259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77850" y="3040625"/>
            <a:ext cx="1029250" cy="10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/>
          <p:nvPr/>
        </p:nvSpPr>
        <p:spPr>
          <a:xfrm>
            <a:off x="3590600" y="381825"/>
            <a:ext cx="4836600" cy="13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7" name="Google Shape;26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8"/>
          <p:cNvSpPr txBox="1"/>
          <p:nvPr/>
        </p:nvSpPr>
        <p:spPr>
          <a:xfrm>
            <a:off x="477100" y="1614425"/>
            <a:ext cx="49422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8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textLayer = </a:t>
            </a:r>
            <a:r>
              <a:rPr lang="en" sz="9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CATextLayer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textLayer.backgroundColor = color.cgColor      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76200" marR="7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textLayer.foregroundColor = </a:t>
            </a:r>
            <a:r>
              <a:rPr lang="en" sz="9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UIColor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.white.cgColor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textLayer.frame = frame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textLayer.alignmentMode = kCAAlignmentLeft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textLayer.isWrapped = </a:t>
            </a:r>
            <a:r>
              <a:rPr lang="en" sz="900">
                <a:solidFill>
                  <a:srgbClr val="00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rgbClr val="00008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font = </a:t>
            </a:r>
            <a:r>
              <a:rPr lang="en" sz="9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CTFontCreateWithName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8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"System"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00008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CFString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18.0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nil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textLayer.font = font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textLayer.fontSize = </a:t>
            </a:r>
            <a:r>
              <a:rPr lang="en" sz="900">
                <a:solidFill>
                  <a:srgbClr val="00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18.0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textLayer.contentsScale = </a:t>
            </a:r>
            <a:r>
              <a:rPr lang="en" sz="9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UIScreen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.main.scale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textLayer.string = label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b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900">
                <a:solidFill>
                  <a:srgbClr val="00008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.view.layer.addSublayer(textLayer)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8925" y="1024850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8875" y="2709600"/>
            <a:ext cx="1436401" cy="14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9"/>
          <p:cNvSpPr/>
          <p:nvPr/>
        </p:nvSpPr>
        <p:spPr>
          <a:xfrm>
            <a:off x="5694075" y="381825"/>
            <a:ext cx="2733000" cy="1326300"/>
          </a:xfrm>
          <a:prstGeom prst="rect">
            <a:avLst/>
          </a:prstGeom>
          <a:solidFill>
            <a:srgbClr val="FFFFFF">
              <a:alpha val="80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39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282" name="Google Shape;282;p39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9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84" name="Google Shape;284;p39"/>
          <p:cNvSpPr/>
          <p:nvPr/>
        </p:nvSpPr>
        <p:spPr>
          <a:xfrm>
            <a:off x="79100" y="381825"/>
            <a:ext cx="3270300" cy="4689300"/>
          </a:xfrm>
          <a:prstGeom prst="rect">
            <a:avLst/>
          </a:prstGeom>
          <a:solidFill>
            <a:srgbClr val="FFFFFF">
              <a:alpha val="80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0"/>
          <p:cNvSpPr/>
          <p:nvPr/>
        </p:nvSpPr>
        <p:spPr>
          <a:xfrm>
            <a:off x="5694075" y="381825"/>
            <a:ext cx="2733000" cy="13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40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296" name="Google Shape;296;p40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0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98" name="Google Shape;298;p40"/>
          <p:cNvSpPr/>
          <p:nvPr/>
        </p:nvSpPr>
        <p:spPr>
          <a:xfrm>
            <a:off x="79100" y="381825"/>
            <a:ext cx="3270300" cy="46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9050" y="1708125"/>
            <a:ext cx="1811261" cy="31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/>
        </p:nvSpPr>
        <p:spPr>
          <a:xfrm>
            <a:off x="477100" y="1614425"/>
            <a:ext cx="49422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myLayout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findViewById(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R.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myButton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(this);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myButton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setLayoutParams(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LayoutParams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302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LinearLayout.LayoutParams.</a:t>
            </a:r>
            <a:r>
              <a:rPr lang="en" sz="950">
                <a:solidFill>
                  <a:srgbClr val="3B5BB5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LinearLayout.LayoutParams.</a:t>
            </a:r>
            <a:r>
              <a:rPr lang="en" sz="950">
                <a:solidFill>
                  <a:srgbClr val="3B5BB5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myLayout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addView(myButton);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92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1" name="Google Shape;301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58597" y="1716342"/>
            <a:ext cx="1620450" cy="14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1"/>
          <p:cNvSpPr/>
          <p:nvPr/>
        </p:nvSpPr>
        <p:spPr>
          <a:xfrm>
            <a:off x="5694075" y="381825"/>
            <a:ext cx="2733000" cy="13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41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312" name="Google Shape;312;p41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1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14" name="Google Shape;314;p41"/>
          <p:cNvSpPr/>
          <p:nvPr/>
        </p:nvSpPr>
        <p:spPr>
          <a:xfrm>
            <a:off x="79100" y="381825"/>
            <a:ext cx="3270300" cy="46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9050" y="1708125"/>
            <a:ext cx="1811261" cy="31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1"/>
          <p:cNvSpPr txBox="1"/>
          <p:nvPr/>
        </p:nvSpPr>
        <p:spPr>
          <a:xfrm>
            <a:off x="477100" y="1614425"/>
            <a:ext cx="49422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myLayout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findViewById(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R.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myButton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(this);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myButton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setLayoutParams(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LayoutParams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302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LinearLayout.LayoutParams.</a:t>
            </a:r>
            <a:r>
              <a:rPr lang="en" sz="950">
                <a:solidFill>
                  <a:srgbClr val="3B5BB5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LinearLayout.LayoutParams.</a:t>
            </a:r>
            <a:r>
              <a:rPr lang="en" sz="950">
                <a:solidFill>
                  <a:srgbClr val="3B5BB5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myLayout</a:t>
            </a:r>
            <a:r>
              <a:rPr lang="en" sz="950">
                <a:solidFill>
                  <a:srgbClr val="FF78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addView(myButton);</a:t>
            </a:r>
            <a:br>
              <a:rPr lang="en" sz="9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92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7" name="Google Shape;317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58597" y="1716342"/>
            <a:ext cx="1620450" cy="1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1298" y="1150300"/>
            <a:ext cx="3711575" cy="3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988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42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330" name="Google Shape;330;p42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2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32" name="Google Shape;332;p42"/>
          <p:cNvSpPr/>
          <p:nvPr/>
        </p:nvSpPr>
        <p:spPr>
          <a:xfrm>
            <a:off x="79100" y="381825"/>
            <a:ext cx="3270300" cy="4689300"/>
          </a:xfrm>
          <a:prstGeom prst="rect">
            <a:avLst/>
          </a:prstGeom>
          <a:solidFill>
            <a:srgbClr val="FFFFFF">
              <a:alpha val="80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" name="Google Shape;333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1912" y="1708125"/>
            <a:ext cx="2780176" cy="282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0850" y="1680600"/>
            <a:ext cx="1811261" cy="31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/>
          <p:nvPr/>
        </p:nvSpPr>
        <p:spPr>
          <a:xfrm>
            <a:off x="3109275" y="522500"/>
            <a:ext cx="3180900" cy="4327500"/>
          </a:xfrm>
          <a:prstGeom prst="rect">
            <a:avLst/>
          </a:prstGeom>
          <a:solidFill>
            <a:srgbClr val="FFFFFF">
              <a:alpha val="80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088" y="1304388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3"/>
          <p:cNvSpPr txBox="1"/>
          <p:nvPr/>
        </p:nvSpPr>
        <p:spPr>
          <a:xfrm>
            <a:off x="0" y="2396200"/>
            <a:ext cx="91440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How do we build layouts in React Native?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088" y="1304388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/>
          <p:cNvSpPr txBox="1"/>
          <p:nvPr/>
        </p:nvSpPr>
        <p:spPr>
          <a:xfrm>
            <a:off x="0" y="2396200"/>
            <a:ext cx="91440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How do we build layouts in React Native?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0" y="3021200"/>
            <a:ext cx="91440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Programmatically (in markup style) — this means no drag and drop interface builder.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8"/>
          <p:cNvSpPr txBox="1"/>
          <p:nvPr/>
        </p:nvSpPr>
        <p:spPr>
          <a:xfrm>
            <a:off x="6465700" y="1759550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8" name="Google Shape;46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00" y="2139625"/>
            <a:ext cx="5475399" cy="20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626" y="591350"/>
            <a:ext cx="889549" cy="8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3888" y="490213"/>
            <a:ext cx="1091800" cy="10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00" y="1708125"/>
            <a:ext cx="1799949" cy="321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9451" y="2816800"/>
            <a:ext cx="1436401" cy="144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462" y="591350"/>
            <a:ext cx="725175" cy="8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59"/>
          <p:cNvGrpSpPr/>
          <p:nvPr/>
        </p:nvGrpSpPr>
        <p:grpSpPr>
          <a:xfrm>
            <a:off x="115999" y="1680608"/>
            <a:ext cx="2867100" cy="858300"/>
            <a:chOff x="1666826" y="2116033"/>
            <a:chExt cx="2867100" cy="858300"/>
          </a:xfrm>
        </p:grpSpPr>
        <p:sp>
          <p:nvSpPr>
            <p:cNvPr id="479" name="Google Shape;479;p59"/>
            <p:cNvSpPr/>
            <p:nvPr/>
          </p:nvSpPr>
          <p:spPr>
            <a:xfrm>
              <a:off x="1666826" y="2116033"/>
              <a:ext cx="2867100" cy="858300"/>
            </a:xfrm>
            <a:prstGeom prst="roundRect">
              <a:avLst>
                <a:gd name="adj" fmla="val 16667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9"/>
            <p:cNvSpPr txBox="1"/>
            <p:nvPr/>
          </p:nvSpPr>
          <p:spPr>
            <a:xfrm>
              <a:off x="1699025" y="2202725"/>
              <a:ext cx="2816100" cy="702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6200" marR="76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let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textLayer = </a:t>
              </a:r>
              <a:r>
                <a:rPr lang="en" sz="900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CATextLayer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b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en" sz="900">
                  <a:solidFill>
                    <a:srgbClr val="000088"/>
                  </a:solidFill>
                  <a:latin typeface="Consolas"/>
                  <a:ea typeface="Consolas"/>
                  <a:cs typeface="Consolas"/>
                  <a:sym typeface="Consolas"/>
                </a:rPr>
                <a:t>self</a:t>
              </a:r>
              <a:r>
                <a:rPr lang="en" sz="9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.view.layer.addSublayer(textLayer)</a:t>
              </a:r>
              <a:endParaRPr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481" name="Google Shape;481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4312" y="1708125"/>
            <a:ext cx="2780176" cy="282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74650" y="1680600"/>
            <a:ext cx="1811261" cy="313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59"/>
          <p:cNvCxnSpPr/>
          <p:nvPr/>
        </p:nvCxnSpPr>
        <p:spPr>
          <a:xfrm>
            <a:off x="3299288" y="929625"/>
            <a:ext cx="0" cy="39999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59"/>
          <p:cNvCxnSpPr/>
          <p:nvPr/>
        </p:nvCxnSpPr>
        <p:spPr>
          <a:xfrm>
            <a:off x="6063188" y="929625"/>
            <a:ext cx="0" cy="39999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5" name="Google Shape;485;p59"/>
          <p:cNvSpPr txBox="1"/>
          <p:nvPr/>
        </p:nvSpPr>
        <p:spPr>
          <a:xfrm>
            <a:off x="6465700" y="1759550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0"/>
          <p:cNvSpPr txBox="1"/>
          <p:nvPr/>
        </p:nvSpPr>
        <p:spPr>
          <a:xfrm>
            <a:off x="0" y="1980300"/>
            <a:ext cx="91440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Creating a project from scratch</a:t>
            </a: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/>
        </p:nvSpPr>
        <p:spPr>
          <a:xfrm>
            <a:off x="1645500" y="1071750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/>
        </p:nvSpPr>
        <p:spPr>
          <a:xfrm>
            <a:off x="441450" y="1071750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62"/>
          <p:cNvSpPr txBox="1"/>
          <p:nvPr/>
        </p:nvSpPr>
        <p:spPr>
          <a:xfrm>
            <a:off x="6294450" y="1196875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 txBox="1"/>
          <p:nvPr/>
        </p:nvSpPr>
        <p:spPr>
          <a:xfrm>
            <a:off x="441450" y="1071750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7" name="Google Shape;507;p63"/>
          <p:cNvSpPr txBox="1"/>
          <p:nvPr/>
        </p:nvSpPr>
        <p:spPr>
          <a:xfrm>
            <a:off x="6294450" y="1196875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4"/>
          <p:cNvSpPr txBox="1"/>
          <p:nvPr/>
        </p:nvSpPr>
        <p:spPr>
          <a:xfrm>
            <a:off x="1645500" y="1071750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5"/>
          <p:cNvSpPr txBox="1"/>
          <p:nvPr/>
        </p:nvSpPr>
        <p:spPr>
          <a:xfrm>
            <a:off x="1645500" y="295025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65"/>
          <p:cNvSpPr txBox="1"/>
          <p:nvPr/>
        </p:nvSpPr>
        <p:spPr>
          <a:xfrm>
            <a:off x="701100" y="3362525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React Native calls the render function every time a change occurs.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 txBox="1"/>
          <p:nvPr/>
        </p:nvSpPr>
        <p:spPr>
          <a:xfrm>
            <a:off x="1645500" y="295025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66"/>
          <p:cNvSpPr txBox="1"/>
          <p:nvPr/>
        </p:nvSpPr>
        <p:spPr>
          <a:xfrm>
            <a:off x="701100" y="3362525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React Native calls the render function every time a change occurs.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66"/>
          <p:cNvSpPr txBox="1"/>
          <p:nvPr/>
        </p:nvSpPr>
        <p:spPr>
          <a:xfrm>
            <a:off x="42825" y="3850725"/>
            <a:ext cx="914400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Sneak Peek: there’s something called the “state” of a component. It’s basically a variable that says what to render. When the values of this variable are changed, the render function is called again. You will learn more about a component’s state on week 2.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"/>
          <p:cNvSpPr txBox="1"/>
          <p:nvPr/>
        </p:nvSpPr>
        <p:spPr>
          <a:xfrm>
            <a:off x="221075" y="1766950"/>
            <a:ext cx="89229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Virtual DOM (Document Object Model)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7"/>
          <p:cNvSpPr txBox="1"/>
          <p:nvPr/>
        </p:nvSpPr>
        <p:spPr>
          <a:xfrm>
            <a:off x="678000" y="2396200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 virtual representation of a desired view state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67"/>
          <p:cNvSpPr txBox="1"/>
          <p:nvPr/>
        </p:nvSpPr>
        <p:spPr>
          <a:xfrm>
            <a:off x="42825" y="3850725"/>
            <a:ext cx="914400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(not necessarily the same thing as the DOM on a browser)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8"/>
          <p:cNvSpPr txBox="1"/>
          <p:nvPr/>
        </p:nvSpPr>
        <p:spPr>
          <a:xfrm>
            <a:off x="221100" y="348050"/>
            <a:ext cx="89229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Virtual DOM (Document Object Model)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8" name="Google Shape;5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63" y="1159250"/>
            <a:ext cx="3989765" cy="3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9"/>
          <p:cNvSpPr txBox="1"/>
          <p:nvPr/>
        </p:nvSpPr>
        <p:spPr>
          <a:xfrm>
            <a:off x="1645500" y="295025"/>
            <a:ext cx="5853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render()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 style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{styles.container}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 up App.js to start working on your app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Changes you make will automatically reload.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Shake your phone to open the developer menu.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701100" y="3362525"/>
            <a:ext cx="7741800" cy="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React Native calls the render function every time a change occurs.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00" y="152400"/>
            <a:ext cx="723031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0"/>
          <p:cNvSpPr/>
          <p:nvPr/>
        </p:nvSpPr>
        <p:spPr>
          <a:xfrm>
            <a:off x="7265725" y="3681800"/>
            <a:ext cx="850200" cy="6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70"/>
          <p:cNvSpPr txBox="1"/>
          <p:nvPr/>
        </p:nvSpPr>
        <p:spPr>
          <a:xfrm>
            <a:off x="6911625" y="3448100"/>
            <a:ext cx="13518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React Native 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Components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100" y="152400"/>
            <a:ext cx="723031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1"/>
          <p:cNvSpPr/>
          <p:nvPr/>
        </p:nvSpPr>
        <p:spPr>
          <a:xfrm>
            <a:off x="7265725" y="3681800"/>
            <a:ext cx="850200" cy="6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71"/>
          <p:cNvSpPr txBox="1"/>
          <p:nvPr/>
        </p:nvSpPr>
        <p:spPr>
          <a:xfrm>
            <a:off x="6911625" y="3448100"/>
            <a:ext cx="13518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React Native 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Components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</p:txBody>
      </p:sp>
      <p:sp>
        <p:nvSpPr>
          <p:cNvPr id="559" name="Google Shape;559;p71"/>
          <p:cNvSpPr/>
          <p:nvPr/>
        </p:nvSpPr>
        <p:spPr>
          <a:xfrm>
            <a:off x="5149625" y="2807225"/>
            <a:ext cx="3271800" cy="22140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72"/>
          <p:cNvPicPr preferRelativeResize="0"/>
          <p:nvPr/>
        </p:nvPicPr>
        <p:blipFill rotWithShape="1">
          <a:blip r:embed="rId3">
            <a:alphaModFix/>
          </a:blip>
          <a:srcRect t="43410"/>
          <a:stretch/>
        </p:blipFill>
        <p:spPr>
          <a:xfrm>
            <a:off x="1434850" y="1692171"/>
            <a:ext cx="5312202" cy="17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3"/>
          <p:cNvSpPr txBox="1"/>
          <p:nvPr/>
        </p:nvSpPr>
        <p:spPr>
          <a:xfrm>
            <a:off x="1248800" y="1259550"/>
            <a:ext cx="22782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ourNestedView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foo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'bar'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/View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0" name="Google Shape;570;p73"/>
          <p:cNvCxnSpPr/>
          <p:nvPr/>
        </p:nvCxnSpPr>
        <p:spPr>
          <a:xfrm>
            <a:off x="2183400" y="2177275"/>
            <a:ext cx="29907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71" name="Google Shape;5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675" y="1675868"/>
            <a:ext cx="386525" cy="3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3550" y="2232325"/>
            <a:ext cx="266775" cy="3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3"/>
          <p:cNvSpPr txBox="1"/>
          <p:nvPr/>
        </p:nvSpPr>
        <p:spPr>
          <a:xfrm>
            <a:off x="5779550" y="2190450"/>
            <a:ext cx="14067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UIView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73"/>
          <p:cNvSpPr txBox="1"/>
          <p:nvPr/>
        </p:nvSpPr>
        <p:spPr>
          <a:xfrm>
            <a:off x="5779550" y="1663625"/>
            <a:ext cx="14067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View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5" name="Google Shape;575;p73"/>
          <p:cNvCxnSpPr/>
          <p:nvPr/>
        </p:nvCxnSpPr>
        <p:spPr>
          <a:xfrm>
            <a:off x="2880100" y="2666050"/>
            <a:ext cx="2636400" cy="89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76" name="Google Shape;57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8875" y="3103193"/>
            <a:ext cx="386525" cy="38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750" y="3659650"/>
            <a:ext cx="266775" cy="3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3"/>
          <p:cNvSpPr txBox="1"/>
          <p:nvPr/>
        </p:nvSpPr>
        <p:spPr>
          <a:xfrm>
            <a:off x="6014750" y="3617775"/>
            <a:ext cx="14067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UILabel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73"/>
          <p:cNvSpPr txBox="1"/>
          <p:nvPr/>
        </p:nvSpPr>
        <p:spPr>
          <a:xfrm>
            <a:off x="6014750" y="3074463"/>
            <a:ext cx="14067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TextView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5"/>
          <p:cNvSpPr txBox="1"/>
          <p:nvPr/>
        </p:nvSpPr>
        <p:spPr>
          <a:xfrm>
            <a:off x="2954000" y="5038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" marR="381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styles </a:t>
            </a:r>
            <a:r>
              <a:rPr lang="en" sz="1050">
                <a:solidFill>
                  <a:srgbClr val="FF7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StyleSheet.create({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container: {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flex: </a:t>
            </a:r>
            <a:r>
              <a:rPr lang="en" sz="1050">
                <a:solidFill>
                  <a:srgbClr val="3B5BB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backgroundColor: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'#fff'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alignItems: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'center'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justifyContent: </a:t>
            </a:r>
            <a:r>
              <a:rPr lang="en" sz="1050">
                <a:solidFill>
                  <a:srgbClr val="409B1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'center'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p75"/>
          <p:cNvSpPr txBox="1"/>
          <p:nvPr/>
        </p:nvSpPr>
        <p:spPr>
          <a:xfrm>
            <a:off x="0" y="3327075"/>
            <a:ext cx="91440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Basically “CSS” brought to a mobile platform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https://github.com/vhpoet/react-native-styling-cheat-sheet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1729</Words>
  <Application>Microsoft Office PowerPoint</Application>
  <PresentationFormat>On-screen Show (16:9)</PresentationFormat>
  <Paragraphs>107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Roboto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Youssouf</cp:lastModifiedBy>
  <cp:revision>3</cp:revision>
  <dcterms:modified xsi:type="dcterms:W3CDTF">2025-07-28T08:28:37Z</dcterms:modified>
</cp:coreProperties>
</file>